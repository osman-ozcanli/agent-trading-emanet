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Inter Bold"/>
      <p:regular r:id="rId201314"/>
    </p:embeddedFont>
    <p:embeddedFont>
      <p:font typeface="Inter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6-2.png"/><Relationship Id="rId5" Type="http://schemas.openxmlformats.org/officeDocument/2006/relationships/image" Target="../media/image-6-3.svg"/><Relationship Id="rId6" Type="http://schemas.openxmlformats.org/officeDocument/2006/relationships/image" Target="../media/image-9-2.png"/><Relationship Id="rId7" Type="http://schemas.openxmlformats.org/officeDocument/2006/relationships/image" Target="../media/image-9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162520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spc="-112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EMANET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291457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İşlem yapan değil, hesap veren otonom trading ajanı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2870200"/>
            <a:ext cx="6296860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Trading Hackathon · Komünite × OKX TR · 12 Eylül 2026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Osman Özcanlı · bireysel katılım · github.com/osman-ozcanli/agent-trading-emanet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944936" y="4415334"/>
            <a:ext cx="601339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i="1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Emanet: birine güvenilerek bırakılan, olduğu gibi geri verilmesi gereken şey.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1475" y="4202708"/>
            <a:ext cx="25399" cy="1030089"/>
          </a:xfrm>
          <a:prstGeom prst="roundRect">
            <a:avLst>
              <a:gd name="adj" fmla="val 50001"/>
            </a:avLst>
          </a:prstGeom>
          <a:solidFill>
            <a:srgbClr val="4950B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732036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spc="-112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Ben kripto bilmiyorum. Bugün buraya bunu bilerek geldim.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787452"/>
            <a:ext cx="6296860" cy="2239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programa para emanet etmeden önce ondan tek bir şey istedim: 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hesap ver.</a:t>
            </a:r>
            <a:endParaRPr lang="en-US" sz="1450" dirty="0"/>
          </a:p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Otonom bir ajana paranızı veriyorsunuz. Sabah hesabınız değişmiş. Ne oldu? Neden? Kurallarına uydu mu?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Bugün yazılan ajanların hemen hepsi işlem yapar. Neredeyse hiçbiri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yapmadığı</a:t>
            </a:r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işlemi açıklayamaz.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5233360" y="5310684"/>
            <a:ext cx="6296860" cy="815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100" b="1" spc="-15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Ben tersini yaptım.</a:t>
            </a:r>
            <a:endParaRPr lang="en-US" sz="5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9495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spc="-106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Üç Tanık Kuralı. Karar yolunda LLM yok.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1465957"/>
            <a:ext cx="11478330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parite için üç bağımsız kaynak oy verir. Üçü de OKX Agent Trade Kit'in MCP araçları: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1475" y="1940620"/>
            <a:ext cx="3508486" cy="2429570"/>
          </a:xfrm>
          <a:prstGeom prst="roundRect">
            <a:avLst>
              <a:gd name="adj" fmla="val 311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7902" y="2127052"/>
            <a:ext cx="540431" cy="540445"/>
          </a:xfrm>
          <a:prstGeom prst="ellipse">
            <a:avLst/>
          </a:prstGeom>
          <a:solidFill>
            <a:srgbClr val="4950B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6528" y="2275582"/>
            <a:ext cx="243179" cy="2431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7902" y="2839145"/>
            <a:ext cx="3135631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Teknik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47902" y="3223617"/>
            <a:ext cx="3135631" cy="672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RSI 14 + EMA 20, 15 dakikalık bar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market_get_indicator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1605" y="1940620"/>
            <a:ext cx="3508486" cy="2429570"/>
          </a:xfrm>
          <a:prstGeom prst="roundRect">
            <a:avLst>
              <a:gd name="adj" fmla="val 311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8032" y="2127052"/>
            <a:ext cx="540431" cy="540445"/>
          </a:xfrm>
          <a:prstGeom prst="ellipse">
            <a:avLst/>
          </a:prstGeom>
          <a:solidFill>
            <a:srgbClr val="4950B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6658" y="2275582"/>
            <a:ext cx="243179" cy="24318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8032" y="2839145"/>
            <a:ext cx="3135631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Akıllı Para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528032" y="3223617"/>
            <a:ext cx="3135631" cy="96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Kârlı traderların long/short dengesi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smartmoney_get_signal_overview_by_filter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21734" y="1940620"/>
            <a:ext cx="3508486" cy="2429570"/>
          </a:xfrm>
          <a:prstGeom prst="roundRect">
            <a:avLst>
              <a:gd name="adj" fmla="val 311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08162" y="2127052"/>
            <a:ext cx="540431" cy="540445"/>
          </a:xfrm>
          <a:prstGeom prst="ellipse">
            <a:avLst/>
          </a:prstGeom>
          <a:solidFill>
            <a:srgbClr val="4950B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56788" y="2275582"/>
            <a:ext cx="243179" cy="24318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08162" y="2839145"/>
            <a:ext cx="3135631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Duygu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8208162" y="3223617"/>
            <a:ext cx="3135631" cy="672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Haber ve sosyal akışın tonu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news_get_coin_sentiment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61475" y="4563368"/>
            <a:ext cx="10868745" cy="978991"/>
          </a:xfrm>
          <a:prstGeom prst="roundRect">
            <a:avLst>
              <a:gd name="adj" fmla="val 7729"/>
            </a:avLst>
          </a:prstGeom>
          <a:solidFill>
            <a:srgbClr val="DADBF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552" y="4806454"/>
            <a:ext cx="225122" cy="1800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46752" y="4779963"/>
            <a:ext cx="10103391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spc="-28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 az ikisi aynı yönü göstermeli, hiçbiri karşı çıkmamalı.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Tek karşı oy işlemi öldürür. Bir tanık ulaşılamazsa "bilinmiyor" der: çökmez, oy da vermez.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661475" y="5735538"/>
            <a:ext cx="10868745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Sense → Reason → Act → Evaluate, tamamen deterministik. Zincirde halüsinasyon görebilecek tek halka yok. Ajan bir CLI sarmalayıcı değil,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doğrudan MCP istemcisi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JSON-RPC/stdio, kalıcı oturum, 168 ATK aracı, sıfır bağımlılık.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5980"/>
            <a:ext cx="10868745" cy="452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-85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Risk Kapısı: tek "hayır" diyebilen katman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61475" y="1209774"/>
            <a:ext cx="11478330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spc="-23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Sinyal ne derse desin, öneri risk kapısından geçer. Kapı saf fonksiyondur, ağa hiç çıkmaz; "API yavaşladı" diye atlanamaz.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195016"/>
          <a:ext cx="9143771" cy="914400"/>
        </p:xfrm>
        <a:graphic>
          <a:graphicData uri="http://schemas.openxmlformats.org/drawingml/2006/table">
            <a:tbl>
              <a:tblPr/>
              <a:tblGrid>
                <a:gridCol w="1787282"/>
                <a:gridCol w="1787282"/>
              </a:tblGrid>
              <a:tr h="353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Değer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3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Pozisyon boyutu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Sermayenin %10'u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3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Nakit tamponu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%20 hiç kullanılmaz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anda açık pozisyon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fazla 4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pariteye ikinci giriş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Yasak, borsaya sorularak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Stop-loss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Zorunlu, borsa tarafında, doğrulanır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3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Zaman stopu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 dakika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3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Günlük kayıp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-23" kern="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%3 → Safe Mode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4717" marR="144717" marT="6350" marB="635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5400" y="1663402"/>
            <a:ext cx="6941071" cy="3933329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95400" y="5721350"/>
            <a:ext cx="6941071" cy="476052"/>
          </a:xfrm>
          <a:prstGeom prst="roundRect">
            <a:avLst>
              <a:gd name="adj" fmla="val 12768"/>
            </a:avLst>
          </a:prstGeom>
          <a:solidFill>
            <a:srgbClr val="DADBF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057" y="5893991"/>
            <a:ext cx="180871" cy="144661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065586" y="5857180"/>
            <a:ext cx="6935812" cy="204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spc="-23" kern="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Kapı "hayır" derse emir gitmez ve </a:t>
            </a:r>
            <a:pPr algn="l" indent="0" marL="0">
              <a:lnSpc>
                <a:spcPct val="118000"/>
              </a:lnSpc>
              <a:buNone/>
            </a:pPr>
            <a:r>
              <a:rPr lang="en-US" sz="1100" b="1" spc="-23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sebep deftere yazılır.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1477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b="1" spc="-112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Ürünün kendisi: reddetme kaydı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3445"/>
            <a:ext cx="10868745" cy="82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Panel 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localhost:8787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Merkezde işlemler değil, 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reddedilenler</a:t>
            </a:r>
            <a:pPr algn="l" indent="0" marL="0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var.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19:10 itibarıyla demo hesap: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2814340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b="1" spc="-1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279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661475" y="367426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Toplam Karar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082951"/>
            <a:ext cx="346542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156 fırsat değerlendirildi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363135" y="2814340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b="1" spc="-1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136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4363135" y="367426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363135" y="4082951"/>
            <a:ext cx="346542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Fırsatların </a:t>
            </a:r>
            <a:pPr algn="ctr" indent="0" marL="0">
              <a:lnSpc>
                <a:spcPct val="133000"/>
              </a:lnSpc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%87'si</a:t>
            </a:r>
            <a:pPr algn="ctr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reddedildi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64794" y="2814340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4900" b="1" spc="-1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8064794" y="367426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850" b="1" spc="-56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İşlem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064794" y="4082951"/>
            <a:ext cx="346542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20'si de ajan tarafından kapatıldı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1475" y="4597995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red bir kural, her kural sayılı: aynı pariteye ikinci giriş, koruma emri oluşmayan parite, minimum emir tutarı, pozisyon limiti, zaman stopu.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44936" y="5628084"/>
            <a:ext cx="1119486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spc="-30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 "güvenin" demiyorum.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spc="-3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Defteri veriyorum.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61475" y="5415459"/>
            <a:ext cx="25399" cy="727670"/>
          </a:xfrm>
          <a:prstGeom prst="roundRect">
            <a:avLst>
              <a:gd name="adj" fmla="val 50001"/>
            </a:avLst>
          </a:prstGeom>
          <a:solidFill>
            <a:srgbClr val="4950BC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3364"/>
            <a:ext cx="10868745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b="1" spc="-9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Risk borsada, ajanda değil</a:t>
            </a:r>
            <a:endParaRPr lang="en-US" sz="3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816001"/>
            <a:ext cx="6928470" cy="39261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5421" y="1384598"/>
            <a:ext cx="3551049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alım emri kâr-al ve zarar-kes ile birlikte gider. Bunlar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spc="-2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borsanın içinde</a:t>
            </a:r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durur.</a:t>
            </a:r>
            <a:endParaRPr lang="en-US" sz="12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5421" y="2006203"/>
            <a:ext cx="3551049" cy="121096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0109" y="2184698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Bağlantı Kesilse Ne Olur?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8240109" y="2568377"/>
            <a:ext cx="3117871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Bilgisayar kapansa, internet gitse, ajan çökse: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spc="-2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stop borsada kalır.</a:t>
            </a:r>
            <a:endParaRPr lang="en-US" sz="12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5421" y="3351709"/>
            <a:ext cx="3551049" cy="168126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40109" y="3530203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Doğrulama Zorunlu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8240109" y="3913882"/>
            <a:ext cx="3117871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Ajan emirden sonra koruma emrinin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spc="-2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gerçekten oluştuğunu doğrular.</a:t>
            </a:r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Oluşmadıysa pozisyonu anında geri alır ve o pariteyi oturum boyunca kapatır.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85421" y="5167511"/>
            <a:ext cx="3551049" cy="97581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240109" y="5346005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Bugün Yaşandı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8240109" y="5729684"/>
            <a:ext cx="3117871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Bunu iki paritede ajan kendisi yaptı.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4612"/>
            <a:ext cx="10868745" cy="563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spc="-106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Canlı hesap: 30 USDT, gerçek para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6083148" y="1451074"/>
            <a:ext cx="25399" cy="3490516"/>
          </a:xfrm>
          <a:prstGeom prst="roundRect">
            <a:avLst>
              <a:gd name="adj" fmla="val 50001"/>
            </a:avLst>
          </a:prstGeom>
          <a:solidFill>
            <a:srgbClr val="C0C1D7"/>
          </a:solidFill>
          <a:ln/>
        </p:spPr>
      </p:sp>
      <p:sp>
        <p:nvSpPr>
          <p:cNvPr id="4" name="Shape 2"/>
          <p:cNvSpPr/>
          <p:nvPr/>
        </p:nvSpPr>
        <p:spPr>
          <a:xfrm>
            <a:off x="5378167" y="1640979"/>
            <a:ext cx="540431" cy="25400"/>
          </a:xfrm>
          <a:prstGeom prst="roundRect">
            <a:avLst>
              <a:gd name="adj" fmla="val 49999"/>
            </a:avLst>
          </a:prstGeom>
          <a:solidFill>
            <a:srgbClr val="C0C1D7"/>
          </a:solidFill>
          <a:ln/>
        </p:spPr>
      </p:sp>
      <p:sp>
        <p:nvSpPr>
          <p:cNvPr id="5" name="Shape 3"/>
          <p:cNvSpPr/>
          <p:nvPr/>
        </p:nvSpPr>
        <p:spPr>
          <a:xfrm>
            <a:off x="5893198" y="1451074"/>
            <a:ext cx="405298" cy="405309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60715" y="1484809"/>
            <a:ext cx="270166" cy="3377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spc="-6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61475" y="1512987"/>
            <a:ext cx="453358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18:29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61475" y="1897459"/>
            <a:ext cx="4533588" cy="569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İki gözetimli tur, 4 gerçek emir, 4 OCO borsada </a:t>
            </a:r>
            <a:pPr algn="r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live</a:t>
            </a:r>
            <a:pPr algn="r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bakiye kuruşuna kadar tutarlı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3097" y="2705001"/>
            <a:ext cx="540431" cy="25400"/>
          </a:xfrm>
          <a:prstGeom prst="roundRect">
            <a:avLst>
              <a:gd name="adj" fmla="val 49999"/>
            </a:avLst>
          </a:prstGeom>
          <a:solidFill>
            <a:srgbClr val="C0C1D7"/>
          </a:solidFill>
          <a:ln/>
        </p:spPr>
      </p:sp>
      <p:sp>
        <p:nvSpPr>
          <p:cNvPr id="10" name="Shape 8"/>
          <p:cNvSpPr/>
          <p:nvPr/>
        </p:nvSpPr>
        <p:spPr>
          <a:xfrm>
            <a:off x="5893198" y="2515096"/>
            <a:ext cx="405298" cy="405309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60715" y="2548830"/>
            <a:ext cx="270166" cy="3377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spc="-6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996632" y="2577009"/>
            <a:ext cx="453358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19:00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996632" y="2961481"/>
            <a:ext cx="4533588" cy="562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spc="-28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Kesintisiz otonom.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Zaman stopu 4 pozisyonu kendisi kapattı, satış fill'leri borsada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78167" y="3628231"/>
            <a:ext cx="540431" cy="25400"/>
          </a:xfrm>
          <a:prstGeom prst="roundRect">
            <a:avLst>
              <a:gd name="adj" fmla="val 49999"/>
            </a:avLst>
          </a:prstGeom>
          <a:solidFill>
            <a:srgbClr val="C0C1D7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3198" y="3438327"/>
            <a:ext cx="405298" cy="405309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60715" y="3472061"/>
            <a:ext cx="270166" cy="3377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spc="-6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1475" y="3500239"/>
            <a:ext cx="453358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750" b="1" spc="-53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19:10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61475" y="3884712"/>
            <a:ext cx="4533588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karar, 12 emir, 8 kapanış, 13 red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1475" y="5134769"/>
            <a:ext cx="11478330" cy="287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Ajan şu anda çalışıyor. Raporunu da her tur sonunda kendisi yazıyor (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METRICS.md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1475" y="5615781"/>
            <a:ext cx="10868745" cy="697508"/>
          </a:xfrm>
          <a:prstGeom prst="roundRect">
            <a:avLst>
              <a:gd name="adj" fmla="val 10848"/>
            </a:avLst>
          </a:prstGeom>
          <a:solidFill>
            <a:srgbClr val="DADBF1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552" y="5858867"/>
            <a:ext cx="225122" cy="18008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246752" y="5832376"/>
            <a:ext cx="10712976" cy="281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spc="-28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Kâr iddiası yok:</a:t>
            </a:r>
            <a:pPr algn="l" indent="0" marL="0">
              <a:lnSpc>
                <a:spcPct val="130000"/>
              </a:lnSpc>
              <a:buNone/>
            </a:pPr>
            <a:r>
              <a:rPr lang="en-US" sz="1400" spc="-28" kern="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30 dolarla bir günde alfa bulmak kumardır. Ölçülen şey </a:t>
            </a:r>
            <a:pPr algn="l" indent="0" marL="0">
              <a:lnSpc>
                <a:spcPct val="130000"/>
              </a:lnSpc>
              <a:buNone/>
            </a:pPr>
            <a:r>
              <a:rPr lang="en-US" sz="1400" b="1" spc="-28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karar kalitesi ve hesap verebilirlik.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-91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Dürüst kısım: bugün 9 hata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1475" y="1254224"/>
            <a:ext cx="11478330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Hepsi defterde. Hiçbiri saklanmadı.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61475" y="1757462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9070" y="1786235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31661" y="1810246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Bantlar geniş, ajan 57 dakika dondu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31661" y="2174875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Zaman stopu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1475" y="2647057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9070" y="2675830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661" y="2699841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Demo'da sermaye hep 30 okunuyordu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31661" y="3064470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Tavan − dağıtılan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1475" y="3536652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9070" y="3565426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31661" y="3589437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Yerel durum borsayla ayrıştı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31661" y="3954066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Borsaya sor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1475" y="4426248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9070" y="4455021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31661" y="4479032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Borsanın reddettiği emirler "yapıldı" yazıldı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1661" y="4843661"/>
            <a:ext cx="4776866" cy="228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%32 hayalet, karantina, </a:t>
            </a:r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sCode</a:t>
            </a:r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doğrulama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1475" y="5322193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9070" y="5350966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31661" y="5374977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Koruma emri sessizce oluşmuyordu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1661" y="5739606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Doğrula, yoksa geri 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9518" y="1757462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7113" y="1786235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759704" y="1810246"/>
            <a:ext cx="4776866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OKX 6 dakika kesildi, ajan bakiyeyi 0 sanıp kendini kapattı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59704" y="2414786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Ölçemediğin şey kayıp değil, bilinmezliktir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9518" y="2886968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47113" y="2915741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59704" y="2939752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Kapatma miktarı komisyon yüzünden fazlaydı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59704" y="3304381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Miktar borsadan okunur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89518" y="3776563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7113" y="3805337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759704" y="3829348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Demo ve canlı aynı durum dosyasını paylaştı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759704" y="4193977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Ayrıldı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89518" y="4666159"/>
            <a:ext cx="345471" cy="345480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7113" y="4694932"/>
            <a:ext cx="230281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-54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759704" y="4718943"/>
            <a:ext cx="477686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spc="-4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Teknik tanık bozuk veriye "aşırı satım" dedi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759704" y="5083572"/>
            <a:ext cx="477686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Aralık dışı gösterge = bilinmiyor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89518" y="5446514"/>
            <a:ext cx="5247052" cy="746323"/>
          </a:xfrm>
          <a:prstGeom prst="roundRect">
            <a:avLst>
              <a:gd name="adj" fmla="val 8643"/>
            </a:avLst>
          </a:prstGeom>
          <a:solidFill>
            <a:srgbClr val="DADBF1"/>
          </a:solidFill>
          <a:ln/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3005" y="5640288"/>
            <a:ext cx="191884" cy="153491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6788377" y="5597029"/>
            <a:ext cx="4594705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200" spc="-24" kern="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İlk altısı demo'da yakalandı. 7 ve 8 canlıda, gerçek parayla, </a:t>
            </a:r>
            <a:pPr algn="l" indent="0" marL="0">
              <a:lnSpc>
                <a:spcPct val="121000"/>
              </a:lnSpc>
              <a:buNone/>
            </a:pPr>
            <a:r>
              <a:rPr lang="en-US" sz="1200" b="1" spc="-2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zararsız.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3364"/>
            <a:ext cx="10868745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b="1" spc="-94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Planlanmamış saha testi: 17:58</a:t>
            </a:r>
            <a:endParaRPr lang="en-US" sz="3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816001"/>
            <a:ext cx="6928470" cy="39261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5421" y="1384598"/>
            <a:ext cx="4160634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OKX API'si altı dakika kesildi.</a:t>
            </a:r>
            <a:endParaRPr lang="en-US" sz="12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5421" y="1771055"/>
            <a:ext cx="3551049" cy="144611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0109" y="1949549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Doğru Davranış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8240109" y="2333228"/>
            <a:ext cx="3117871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Ajan tek işlem yapmadı. Veri yoksa işlem yok. Çökmedi. Ağ gelince kendi kendine devam etti.</a:t>
            </a:r>
            <a:endParaRPr lang="en-US" sz="12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5421" y="3351709"/>
            <a:ext cx="3551049" cy="121096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40109" y="3530203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⚠️</a:t>
            </a:r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Hata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8240109" y="3913882"/>
            <a:ext cx="3117871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Bakiyeyi okuyamayınca sıfır sanıp Safe Mode'a girdi.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85421" y="4697214"/>
            <a:ext cx="3551049" cy="14461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240109" y="4875709"/>
            <a:ext cx="311787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🔧</a:t>
            </a:r>
            <a:pPr algn="l" indent="0" marL="0">
              <a:lnSpc>
                <a:spcPct val="104000"/>
              </a:lnSpc>
              <a:buNone/>
            </a:pPr>
            <a:r>
              <a:rPr lang="en-US" sz="1550" b="1" spc="-4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Düzeltme</a:t>
            </a: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8240109" y="5259387"/>
            <a:ext cx="3117871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cümle: </a:t>
            </a:r>
            <a:pPr algn="l" indent="0" marL="0">
              <a:lnSpc>
                <a:spcPct val="123000"/>
              </a:lnSpc>
              <a:buNone/>
            </a:pPr>
            <a:r>
              <a:rPr lang="en-US" sz="1250" b="1" spc="-25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"Ölçülemeyen bakiyeyle işlem yapılmaz. Bu bir kayıp değil, bilinmezliktir."</a:t>
            </a:r>
            <a:pPr algn="l" indent="0" marL="0">
              <a:lnSpc>
                <a:spcPct val="123000"/>
              </a:lnSpc>
              <a:buNone/>
            </a:pPr>
            <a:r>
              <a:rPr lang="en-US" sz="1250" spc="-25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Logda duruyor.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7730"/>
            <a:ext cx="10868745" cy="10521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spc="-99" kern="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EMANET: bildiğini iddia etmeyen birinin, parasını emanet edebileceği ajan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919684"/>
            <a:ext cx="114783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Neyi iddia etmiyorum: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61475" y="2342952"/>
            <a:ext cx="10868745" cy="868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26000"/>
              </a:lnSpc>
              <a:buSzPct val="100000"/>
              <a:buChar char="•"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Teknik tanık bugünkü hiçbir alıma katılmadı; alımı veren akıllı para ve haber duygusu oldu</a:t>
            </a:r>
            <a:endParaRPr lang="en-US" sz="1300" dirty="0"/>
          </a:p>
          <a:p>
            <a:pPr algn="l" marL="264160" indent="-264160">
              <a:lnSpc>
                <a:spcPct val="126000"/>
              </a:lnSpc>
              <a:buSzPct val="100000"/>
              <a:buChar char="•"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Kâr-al / zarar-kes fiyatla hiç tetiklenmedi; kapanışların hepsi zaman stopu</a:t>
            </a:r>
            <a:endParaRPr lang="en-US" sz="1300" dirty="0"/>
          </a:p>
          <a:p>
            <a:pPr algn="l" marL="264160" indent="-264160">
              <a:lnSpc>
                <a:spcPct val="126000"/>
              </a:lnSpc>
              <a:buSzPct val="100000"/>
              <a:buChar char="•"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Günlük kayıp kuralı gerçek kayıpla hiç test edilmedi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61475" y="3380184"/>
            <a:ext cx="114783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Bilinen sınırlar README'de, hata hata.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1475" y="3803452"/>
            <a:ext cx="5359365" cy="956766"/>
          </a:xfrm>
          <a:prstGeom prst="roundRect">
            <a:avLst>
              <a:gd name="adj" fmla="val 739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6095" y="3978077"/>
            <a:ext cx="5010124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6095" y="4330998"/>
            <a:ext cx="5010124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github.com/osman-ozcanli/agent-trading-emanet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0756" y="3803452"/>
            <a:ext cx="5359464" cy="956766"/>
          </a:xfrm>
          <a:prstGeom prst="roundRect">
            <a:avLst>
              <a:gd name="adj" fmla="val 739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45376" y="3978077"/>
            <a:ext cx="5010223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Panel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345376" y="4330998"/>
            <a:ext cx="5010223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localhost:8787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1475" y="4910138"/>
            <a:ext cx="5359365" cy="956766"/>
          </a:xfrm>
          <a:prstGeom prst="roundRect">
            <a:avLst>
              <a:gd name="adj" fmla="val 739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095" y="5084763"/>
            <a:ext cx="5010124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Defter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36095" y="5437684"/>
            <a:ext cx="5010124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0756" y="4910138"/>
            <a:ext cx="5359464" cy="956766"/>
          </a:xfrm>
          <a:prstGeom prst="roundRect">
            <a:avLst>
              <a:gd name="adj" fmla="val 7390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376" y="5084763"/>
            <a:ext cx="5010223" cy="263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spc="-50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Rapor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345376" y="5437684"/>
            <a:ext cx="5010223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300" spc="-27" kern="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METRICS.md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82" y="6035576"/>
            <a:ext cx="11478330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300" b="1" spc="-27" kern="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Teşekkürler.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2026-09-12T16:22:36Z</dcterms:created>
  <dcterms:modified xsi:type="dcterms:W3CDTF">2026-09-12T16:22:36Z</dcterms:modified>
</cp:coreProperties>
</file>