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2520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EMANET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291457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İşlem yapan değil, hesap veren otonom trading ajanı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870200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Trading Hackathon · Komünite × OKX TR · 12 Eylül 2026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Osman Özcanlı · bireysel katılım · github.com/osman-ozcanli/agent-trading-emanet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44936" y="4415334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Emanet: birine güvenilerek bırakılan, olduğu gibi geri verilmesi gereken şey.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4202708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32036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 kripto bilmiyorum. Bugün buraya bunu bilerek geldim.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787452"/>
            <a:ext cx="6296860" cy="2239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programa para emanet etmeden önce ondan tek bir şey istedim: 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hesap ver.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Otonom bir ajana paranızı veriyorsunuz. Sabah hesabınız değişmiş. Ne oldu? Neden? Kurallarına uydu mu?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Bugün yazılan ajanların hemen hepsi işlem yapar. Neredeyse hiçbiri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yapmadığı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işlemi açıklayamaz.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233360" y="5310684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b="1" spc="-15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 tersini yaptım.</a:t>
            </a:r>
            <a:endParaRPr lang="en-US" sz="5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495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Üç Tanık Kuralı. Karar yolunda LLM yok.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65957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parite için üç bağımsız kaynak oy verir. Üçü de OKX Agent Trade Kit'in MCP araçları: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940620"/>
            <a:ext cx="3508486" cy="2429570"/>
          </a:xfrm>
          <a:prstGeom prst="roundRect">
            <a:avLst>
              <a:gd name="adj" fmla="val 311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7902" y="2127052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6528" y="2275582"/>
            <a:ext cx="243179" cy="2431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7902" y="2839145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Teknik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7902" y="3223617"/>
            <a:ext cx="3135631" cy="672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RSI 14 + EMA 20, 15 dakikalık bar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market_get_indicator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1605" y="1940620"/>
            <a:ext cx="3508486" cy="2429570"/>
          </a:xfrm>
          <a:prstGeom prst="roundRect">
            <a:avLst>
              <a:gd name="adj" fmla="val 311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8032" y="2127052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6658" y="2275582"/>
            <a:ext cx="243179" cy="2431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8032" y="2839145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Akıllı Para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4528032" y="3223617"/>
            <a:ext cx="3135631" cy="96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Kârlı traderların long/short dengesi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smartmoney_get_signal_overview_by_filter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21734" y="1940620"/>
            <a:ext cx="3508486" cy="2429570"/>
          </a:xfrm>
          <a:prstGeom prst="roundRect">
            <a:avLst>
              <a:gd name="adj" fmla="val 311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08162" y="2127052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6788" y="2275582"/>
            <a:ext cx="243179" cy="2431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08162" y="2839145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Duygu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208162" y="3223617"/>
            <a:ext cx="3135631" cy="672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Haber ve sosyal akışın tonu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news_get_coin_sentiment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61475" y="4563368"/>
            <a:ext cx="10868745" cy="978991"/>
          </a:xfrm>
          <a:prstGeom prst="roundRect">
            <a:avLst>
              <a:gd name="adj" fmla="val 7729"/>
            </a:avLst>
          </a:prstGeom>
          <a:solidFill>
            <a:srgbClr val="DADBF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552" y="4806454"/>
            <a:ext cx="225122" cy="1800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46752" y="4779963"/>
            <a:ext cx="1010339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Kural: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 az ikisi aynı yönü göstermeli, hiçbiri karşı çıkmamalı.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Tek karşı oy işlemi öldürür. Bir tanık ulaşılamazsa "bilinmiyor" der: çökmez, oy da vermez.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61475" y="5735538"/>
            <a:ext cx="1086874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Sense → Reason → Act → Evaluate, tamamen deterministik. Zincirde halüsinasyon görebilecek tek halka yok. Ajan bir CLI sarmalayıcı değil,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doğrudan MCP istemcisi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JSON-RPC/stdio, kalıcı oturum, 168 ATK aracı, sıfır bağımlılık.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980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spc="-8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Kapısı: tek "hayır" diyebilen katman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209774"/>
            <a:ext cx="1147833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Sinyal ne derse desin, öneri risk kapısından geçer. Kapı saf fonksiyondur, ağa hiç çıkmaz; "API yavaşladı" diye atlanamaz.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195016"/>
          <a:ext cx="9143771" cy="914400"/>
        </p:xfrm>
        <a:graphic>
          <a:graphicData uri="http://schemas.openxmlformats.org/drawingml/2006/table">
            <a:tbl>
              <a:tblPr/>
              <a:tblGrid>
                <a:gridCol w="1787282"/>
                <a:gridCol w="1787282"/>
              </a:tblGrid>
              <a:tr h="353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-23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Kural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-23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Değer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spc="-23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Pozisyon boyutu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-23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Sermayenin %10'u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spc="-23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Nakit tamponu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-23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%20 hiç kullanılmaz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spc="-23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Aynı anda açık pozisyon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-23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 fazla 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spc="-23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Aynı pariteye ikinci giriş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-23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Yasak, borsaya sorularak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spc="-23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Stop-loss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-23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Zorunlu, borsa tarafında, doğrulanır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spc="-23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Zaman stopu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-23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 dakika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spc="-23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Günlük kayıp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-23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%3 → Safe Mode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5400" y="1663402"/>
            <a:ext cx="6941071" cy="393332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95400" y="5721350"/>
            <a:ext cx="6941071" cy="476052"/>
          </a:xfrm>
          <a:prstGeom prst="roundRect">
            <a:avLst>
              <a:gd name="adj" fmla="val 12768"/>
            </a:avLst>
          </a:prstGeom>
          <a:solidFill>
            <a:srgbClr val="DADBF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057" y="5893991"/>
            <a:ext cx="180871" cy="14466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65586" y="5857180"/>
            <a:ext cx="6935812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spc="-23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Kapı "hayır" derse emir gitmez ve </a:t>
            </a:r>
            <a:pPr algn="l" indent="0" marL="0">
              <a:lnSpc>
                <a:spcPct val="118000"/>
              </a:lnSpc>
              <a:buNone/>
            </a:pPr>
            <a:r>
              <a:rPr lang="en-US" sz="1100" b="1" spc="-2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sebep deftere yazılır.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477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Ürünün kendisi: reddetme kaydı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83445"/>
            <a:ext cx="10868745" cy="823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 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localhost:8787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Merkezde işlemler değil, 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reddedilenler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var.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19:55 itibarıyla demo hesap: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814340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1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394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661475" y="367426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Toplam Karar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082951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210 fırsat değerlendirildi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63135" y="2814340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1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184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4363135" y="367426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363135" y="4082951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Fırsatların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%88'si</a:t>
            </a:r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reddedildi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64794" y="2814340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1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26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8064794" y="367426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İşlem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064794" y="4082951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hepsi ajan tarafından kapatıldı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1475" y="459799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red bir kural, her kural sayılı: aynı pariteye ikinci giriş, koruma emri oluşmayan parite, minimum emir tutarı, pozisyon limiti, zaman stopu.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44936" y="5628084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 "güvenin" demiyorum.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Defteri veriyorum.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5415459"/>
            <a:ext cx="25399" cy="727670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364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spc="-9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borsada, ajanda değil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16001"/>
            <a:ext cx="6928470" cy="39261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85421" y="1384598"/>
            <a:ext cx="355104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alım emri kâr-al ve zarar-kes ile birlikte gider. Bunlar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borsanın içinde</a:t>
            </a:r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durur.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5421" y="2006203"/>
            <a:ext cx="3551049" cy="121096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40109" y="2184698"/>
            <a:ext cx="311787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Bağlantı Kesilse Ne Olur?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8240109" y="2568377"/>
            <a:ext cx="311787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Bilgisayar kapansa, internet gitse, ajan çökse: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stop borsada kalır.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5421" y="3351709"/>
            <a:ext cx="3551049" cy="16812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40109" y="3530203"/>
            <a:ext cx="311787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Doğrulama Zorunlu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8240109" y="3913882"/>
            <a:ext cx="3117871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Ajan emirden sonra koruma emrinin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gerçekten oluştuğunu doğrular.</a:t>
            </a:r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Oluşmadıysa pozisyonu anında geri alır ve o pariteyi oturum boyunca kapatır.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5421" y="5167511"/>
            <a:ext cx="3551049" cy="9758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40109" y="5346005"/>
            <a:ext cx="311787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Bugün Yaşandı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8240109" y="5729684"/>
            <a:ext cx="3117871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Bunu iki paritede ajan kendisi yaptı.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4612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Canlı hesap: 30 USDT, gerçek para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083148" y="1451074"/>
            <a:ext cx="25399" cy="3490516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5378167" y="1640979"/>
            <a:ext cx="540431" cy="254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5893198" y="1451074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60715" y="1484809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61475" y="1512987"/>
            <a:ext cx="453358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18:29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61475" y="1897459"/>
            <a:ext cx="4533588" cy="569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gözetimli tur, 4 gerçek emir, 4 OCO borsada </a:t>
            </a:r>
            <a:pPr algn="r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pPr algn="r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bakiye kuruşuna kadar tutarlı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3097" y="2705001"/>
            <a:ext cx="540431" cy="254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0" name="Shape 8"/>
          <p:cNvSpPr/>
          <p:nvPr/>
        </p:nvSpPr>
        <p:spPr>
          <a:xfrm>
            <a:off x="5893198" y="2515096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0715" y="2548830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996632" y="2577009"/>
            <a:ext cx="453358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19:00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996632" y="2961481"/>
            <a:ext cx="453358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Kesintisiz otonom.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Zaman stopu 4 pozisyonu kendisi kapattı, satış fill'leri borsada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78167" y="3628231"/>
            <a:ext cx="540431" cy="254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5" name="Shape 13"/>
          <p:cNvSpPr/>
          <p:nvPr/>
        </p:nvSpPr>
        <p:spPr>
          <a:xfrm>
            <a:off x="5893198" y="3438327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0715" y="3472061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61475" y="3500239"/>
            <a:ext cx="453358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19:55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61475" y="3884712"/>
            <a:ext cx="453358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191 karar, 22 emir, 19 kapanış, 67 red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1475" y="5134769"/>
            <a:ext cx="11478330" cy="287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Ajan şu anda çalışıyor. Raporunu da her tur sonunda kendisi yazıyor (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METRICS.md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1475" y="5615781"/>
            <a:ext cx="10868745" cy="697508"/>
          </a:xfrm>
          <a:prstGeom prst="roundRect">
            <a:avLst>
              <a:gd name="adj" fmla="val 10848"/>
            </a:avLst>
          </a:prstGeom>
          <a:solidFill>
            <a:srgbClr val="DADBF1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552" y="5858867"/>
            <a:ext cx="225122" cy="18008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46752" y="5832376"/>
            <a:ext cx="1071297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Kâr iddiası yok: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30 dolarla bir günde alfa bulmak kumardır. Ölçülen şey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karar kalitesi ve hesap verebilirlik.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Dürüst kısım: bugün 9 hata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254224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Hepsi defterde. Hiçbiri saklanmadı.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1757462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9070" y="1786235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1661" y="1810246"/>
            <a:ext cx="477686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Bantlar geniş, ajan 57 dakika dondu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1661" y="2174875"/>
            <a:ext cx="477686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Zaman stopu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1475" y="2647057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9070" y="2675830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31661" y="2699841"/>
            <a:ext cx="477686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Demo'da sermaye hep 30 okunuyordu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31661" y="3064470"/>
            <a:ext cx="477686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Tavan − dağıtılan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1475" y="3536652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9070" y="3565426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31661" y="3589437"/>
            <a:ext cx="477686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Yerel durum borsayla ayrıştı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31661" y="3954066"/>
            <a:ext cx="477686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Borsaya sor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1475" y="4426248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9070" y="4455021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31661" y="4479032"/>
            <a:ext cx="477686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Borsanın reddettiği emirler "yapıldı" yazıldı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1661" y="4843661"/>
            <a:ext cx="4776866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%32 hayalet, karantina, </a:t>
            </a:r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sCode</a:t>
            </a:r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doğrulama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1475" y="5322193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9070" y="5350966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31661" y="5374977"/>
            <a:ext cx="477686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Koruma emri sessizce oluşmuyordu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31661" y="5739606"/>
            <a:ext cx="477686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Doğrula, yoksa geri 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89518" y="1757462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47113" y="1786235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59704" y="1810246"/>
            <a:ext cx="4776866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OKX 6 dakika kesildi, ajan bakiyeyi 0 sanıp kendini kapattı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59704" y="2414786"/>
            <a:ext cx="477686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Ölçemediğin şey kayıp değil, bilinmezliktir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89518" y="2886968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7113" y="2915741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59704" y="2939752"/>
            <a:ext cx="477686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Kapatma miktarı komisyon yüzünden fazlaydı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59704" y="3304381"/>
            <a:ext cx="477686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Miktar borsadan okunur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89518" y="3776563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7113" y="3805337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59704" y="3829348"/>
            <a:ext cx="477686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 ve canlı aynı durum dosyasını paylaştı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759704" y="4193977"/>
            <a:ext cx="477686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Ayrıldı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89518" y="4666159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47113" y="4694932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759704" y="4718943"/>
            <a:ext cx="477686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Teknik tanık bozuk veriye "aşırı satım" dedi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759704" y="5083572"/>
            <a:ext cx="477686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Aralık dışı gösterge = bilinmiyor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89518" y="5446514"/>
            <a:ext cx="5247052" cy="746323"/>
          </a:xfrm>
          <a:prstGeom prst="roundRect">
            <a:avLst>
              <a:gd name="adj" fmla="val 8643"/>
            </a:avLst>
          </a:prstGeom>
          <a:solidFill>
            <a:srgbClr val="DADBF1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3005" y="5640288"/>
            <a:ext cx="191884" cy="153491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6788377" y="5597029"/>
            <a:ext cx="459470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İlk altısı demo'da yakalandı. 7 ve 8 canlıda, gerçek parayla,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spc="-2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zararsız.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364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spc="-9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Planlanmamış saha testi: 17:58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16001"/>
            <a:ext cx="6928470" cy="39261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85421" y="1384598"/>
            <a:ext cx="416063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OKX API'si altı dakika kesildi.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5421" y="1771055"/>
            <a:ext cx="3551049" cy="14461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40109" y="1949549"/>
            <a:ext cx="311787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Doğru Davranış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8240109" y="2333228"/>
            <a:ext cx="3117871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Ajan tek işlem yapmadı. Veri yoksa işlem yok. Çökmedi. Ağ gelince kendi kendine devam etti.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5421" y="3351709"/>
            <a:ext cx="3551049" cy="121096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40109" y="3530203"/>
            <a:ext cx="311787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Hata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8240109" y="3913882"/>
            <a:ext cx="311787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Bakiyeyi okuyamayınca sıfır sanıp Safe Mode'a girdi.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5421" y="4697214"/>
            <a:ext cx="3551049" cy="14461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40109" y="4875709"/>
            <a:ext cx="311787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🔧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Düzeltme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8240109" y="5259387"/>
            <a:ext cx="3117871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cümle: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"Ölçülemeyen bakiyeyle işlem yapılmaz. Bu bir kayıp değil, bilinmezliktir."</a:t>
            </a:r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Logda duruyor.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730"/>
            <a:ext cx="10868745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spc="-9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EMANET: bildiğini iddia etmeyen birinin, parasını emanet edebileceği ajan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919684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Neyi iddia etmiyorum: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342952"/>
            <a:ext cx="10868745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Teknik tanık bugünkü hiçbir alıma katılmadı; alımı veren akıllı para ve haber duygusu oldu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Kâr-al / zarar-kes fiyatla hiç tetiklenmedi; kapanışların hepsi zaman stopu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Günlük kayıp kuralı gerçek kayıpla hiç test edilmedi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380184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Bilinen sınırlar README'de, hata hata.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3803452"/>
            <a:ext cx="5359365" cy="956766"/>
          </a:xfrm>
          <a:prstGeom prst="roundRect">
            <a:avLst>
              <a:gd name="adj" fmla="val 739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6095" y="3978077"/>
            <a:ext cx="5010124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6095" y="4330998"/>
            <a:ext cx="5010124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github.com/osman-ozcanli/agent-trading-emanet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0756" y="3803452"/>
            <a:ext cx="5359464" cy="956766"/>
          </a:xfrm>
          <a:prstGeom prst="roundRect">
            <a:avLst>
              <a:gd name="adj" fmla="val 739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5376" y="3978077"/>
            <a:ext cx="5010223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Panel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345376" y="4330998"/>
            <a:ext cx="5010223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localhost:8787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910138"/>
            <a:ext cx="5359365" cy="956766"/>
          </a:xfrm>
          <a:prstGeom prst="roundRect">
            <a:avLst>
              <a:gd name="adj" fmla="val 739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095" y="5084763"/>
            <a:ext cx="5010124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Defter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36095" y="5437684"/>
            <a:ext cx="5010124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logs/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0756" y="4910138"/>
            <a:ext cx="5359464" cy="956766"/>
          </a:xfrm>
          <a:prstGeom prst="roundRect">
            <a:avLst>
              <a:gd name="adj" fmla="val 739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376" y="5084763"/>
            <a:ext cx="5010223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Rapor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345376" y="5437684"/>
            <a:ext cx="5010223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METRICS.md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82" y="6035576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Teşekkürler.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2026-09-12T16:22:36Z</dcterms:created>
  <dcterms:modified xsi:type="dcterms:W3CDTF">2026-09-12T16:22:36Z</dcterms:modified>
</cp:coreProperties>
</file>